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46"/>
  </p:normalViewPr>
  <p:slideViewPr>
    <p:cSldViewPr snapToGrid="0">
      <p:cViewPr varScale="1">
        <p:scale>
          <a:sx n="94" d="100"/>
          <a:sy n="94" d="100"/>
        </p:scale>
        <p:origin x="7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AA52B-910D-3589-5B40-3A31A3767E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D4988A-0D42-4D78-EC7E-5AC0C32088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08CC49-27CA-2EE1-6DEA-AD23CB05C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26C86-2A24-014E-8CFF-7B8CBE5F7BDC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F9E87-7AFC-690A-387A-EBB80AF0B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355319-475A-8BD0-0BC2-DC30C5D91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DD6B9-C762-8D40-9B45-E003D70971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308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1BAF2-FFD8-668D-A227-C975932E2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ED4241-CBA4-5C58-C37B-5EC3C795B0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7726C5-1BCF-ABBC-93E8-560FAD0BB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26C86-2A24-014E-8CFF-7B8CBE5F7BDC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6F3AAE-B361-B680-B38B-802DA52D6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AC39D1-A222-FEEA-BBED-9B596DAFB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DD6B9-C762-8D40-9B45-E003D70971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830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82A22-FB96-8BD2-7E49-11345DB98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7661E1-A92C-C1AB-EE9A-E8A504A06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B04D4B-D3AA-3DEB-6403-D57ED34BA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26C86-2A24-014E-8CFF-7B8CBE5F7BDC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F66BA8-9CBA-D71F-8BC3-4CFE29FB1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5E6719-7C62-36A4-EE63-768CB16C3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DD6B9-C762-8D40-9B45-E003D70971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072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1CB38-1C1D-AB51-B2CB-A99B03EA8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98D15-0597-8140-E399-83EBBDCA99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E70441-0F07-F8A3-E0A3-265AF53D46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56DAAD-E1DB-5C5B-89E9-50D943792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26C86-2A24-014E-8CFF-7B8CBE5F7BDC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33F6F9-C40B-ED8B-9969-902DDDA78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D7B6C9-9EE8-8E2F-B37C-71E36AFDF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DD6B9-C762-8D40-9B45-E003D70971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116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269FF-7F11-37F6-388F-282B84BB8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0CF1BA-B7D6-9D94-AB53-33CA89B91B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734962-3957-20FA-B16B-3297E043ED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859B85-C91C-63F4-08FC-9B773B5BA9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3E09DE-6792-FC0C-A7A0-6FF3BE7AF0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30AE53-0580-9D1B-C6B5-D2EBAB5B9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26C86-2A24-014E-8CFF-7B8CBE5F7BDC}" type="datetimeFigureOut">
              <a:rPr lang="en-US" smtClean="0"/>
              <a:t>9/24/26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26BD42-8EDD-5D7E-7407-1D915EFF6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F6326F-3DFD-1185-9D7A-7CD6E1997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DD6B9-C762-8D40-9B45-E003D70971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358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ACA-A7CE-9C9C-7C1B-EB07DBA36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6382EC-0C0D-916E-0BBF-70AF87618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26C86-2A24-014E-8CFF-7B8CBE5F7BDC}" type="datetimeFigureOut">
              <a:rPr lang="en-US" smtClean="0"/>
              <a:t>9/24/26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DA3647-F2E1-EE4C-7D9F-4A6A0C912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C40E5A-0173-AA71-486B-051A31AD3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DD6B9-C762-8D40-9B45-E003D70971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522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776317-11FD-20FB-A564-FBEDF33E0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26C86-2A24-014E-8CFF-7B8CBE5F7BDC}" type="datetimeFigureOut">
              <a:rPr lang="en-US" smtClean="0"/>
              <a:t>9/24/26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5654C9-2039-1637-B638-F9D802EEC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9CC622-55E2-269A-08C7-9023E39BC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DD6B9-C762-8D40-9B45-E003D70971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171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09B36-D582-3CFA-8331-DB39B878C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E23E6E-E3E7-86D6-4008-D39B3B52B6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07EB60-765E-D5FE-F74E-475646AAE7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B546F0-9818-9B5C-FAFE-09FE14989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26C86-2A24-014E-8CFF-7B8CBE5F7BDC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53FF82-5ACA-FCAA-031C-15FFC1806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5AE7C-D830-A4CB-8AED-211B47405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DD6B9-C762-8D40-9B45-E003D70971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264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A8455-3D04-DD58-9532-8995F276B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8931DC-1A4A-6AF9-7444-4178D76C22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BEADAF-A7E2-FCA5-493F-C943686F09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65F633-C15B-4330-6A51-2794C1ACE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26C86-2A24-014E-8CFF-7B8CBE5F7BDC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C9D01E-6E5A-DAF9-3C78-67C4ACDCC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7049C4-F79D-C1F7-9F05-B2532A7BF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DD6B9-C762-8D40-9B45-E003D70971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718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03AF9-B397-6124-98D1-07DC85BD8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A297C4-E27B-0AFA-93FA-34BF79905F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7A2DBF-A4E8-EE6D-609F-C24826BE6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26C86-2A24-014E-8CFF-7B8CBE5F7BDC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B495E8-C750-908F-ECE2-2FAFA8435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069741-05C6-3BC8-6603-53E742D0C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DD6B9-C762-8D40-9B45-E003D70971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106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AE6746-1D84-AFC9-4185-C6EC98B42C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1CB8E9-7B22-CDBB-9D4A-90967D6DAA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0D44D7-E97B-BADF-E257-441447FDB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26C86-2A24-014E-8CFF-7B8CBE5F7BDC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927FF0-7B8D-3B61-6E2A-5623CE201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6F7EA4-1666-0C9A-E8AB-EF1545558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DD6B9-C762-8D40-9B45-E003D70971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836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23290E-88BC-623E-78DA-CAB531D7C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23C34B-D810-3AF9-F877-EA9BA69027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8C8D2-569B-1ED6-EBA7-040F2AEC77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B26C86-2A24-014E-8CFF-7B8CBE5F7BDC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BD9299-11C3-1ADC-0A98-4CE733603C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72AB0A-5D61-BC8F-AB9C-9CDCFA5818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9DD6B9-C762-8D40-9B45-E003D70971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252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FD52F-3980-7D37-74E3-92FA418A51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Pulse Definition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36BC28-28C2-4442-638D-26F7C0B4AB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8530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C27FD-0139-9286-0E63-732D7F9DF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Burst 1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645BC30-397B-220D-B31C-E3271A5AAA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78750" y="1690688"/>
            <a:ext cx="5801784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874FF9C-F9E5-2C85-89E9-F038DBA55F5C}"/>
              </a:ext>
            </a:extLst>
          </p:cNvPr>
          <p:cNvSpPr txBox="1"/>
          <p:nvPr/>
        </p:nvSpPr>
        <p:spPr>
          <a:xfrm>
            <a:off x="586854" y="2033516"/>
            <a:ext cx="37804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many pulses are in this burst?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E9046AF-DC4A-CE65-5CDD-281171147A24}"/>
              </a:ext>
            </a:extLst>
          </p:cNvPr>
          <p:cNvSpPr/>
          <p:nvPr/>
        </p:nvSpPr>
        <p:spPr>
          <a:xfrm>
            <a:off x="6823881" y="3889612"/>
            <a:ext cx="559558" cy="128288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782AD0-E395-1921-67A7-01BFBE09F368}"/>
              </a:ext>
            </a:extLst>
          </p:cNvPr>
          <p:cNvSpPr txBox="1"/>
          <p:nvPr/>
        </p:nvSpPr>
        <p:spPr>
          <a:xfrm>
            <a:off x="2770496" y="4233164"/>
            <a:ext cx="19880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Is this 1, 3, or  4?</a:t>
            </a:r>
          </a:p>
          <a:p>
            <a:endParaRPr lang="en-US" dirty="0"/>
          </a:p>
          <a:p>
            <a:endParaRPr lang="en-US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1608413-66C1-DBDF-3BB1-FF5D78D22AEB}"/>
              </a:ext>
            </a:extLst>
          </p:cNvPr>
          <p:cNvCxnSpPr>
            <a:cxnSpLocks/>
            <a:endCxn id="7" idx="2"/>
          </p:cNvCxnSpPr>
          <p:nvPr/>
        </p:nvCxnSpPr>
        <p:spPr>
          <a:xfrm>
            <a:off x="4758520" y="4421875"/>
            <a:ext cx="2065361" cy="10918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84189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5429E-43D8-6729-086E-6457D7426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Burst 3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AE7D06D-2815-4C6E-2378-2B887C1E8E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24158" y="1690688"/>
            <a:ext cx="5801784" cy="4351338"/>
          </a:xfr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8ADA3E62-FE4A-ECD3-3781-14031F391CBA}"/>
              </a:ext>
            </a:extLst>
          </p:cNvPr>
          <p:cNvSpPr/>
          <p:nvPr/>
        </p:nvSpPr>
        <p:spPr>
          <a:xfrm>
            <a:off x="6823881" y="3794078"/>
            <a:ext cx="491319" cy="137842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B66BA4-C1CF-4771-FE74-CEFB39F1E816}"/>
              </a:ext>
            </a:extLst>
          </p:cNvPr>
          <p:cNvSpPr txBox="1"/>
          <p:nvPr/>
        </p:nvSpPr>
        <p:spPr>
          <a:xfrm>
            <a:off x="2770496" y="4233164"/>
            <a:ext cx="198802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 the third burst, it appears to be distinctly one.</a:t>
            </a:r>
          </a:p>
          <a:p>
            <a:endParaRPr lang="en-US" dirty="0"/>
          </a:p>
          <a:p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9784C5C-4DAC-AB3F-2366-6ECBBCD893B1}"/>
              </a:ext>
            </a:extLst>
          </p:cNvPr>
          <p:cNvCxnSpPr>
            <a:cxnSpLocks/>
            <a:endCxn id="6" idx="2"/>
          </p:cNvCxnSpPr>
          <p:nvPr/>
        </p:nvCxnSpPr>
        <p:spPr>
          <a:xfrm>
            <a:off x="4758520" y="4421875"/>
            <a:ext cx="2065361" cy="6141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4478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8DC99-BB47-C331-49FC-C97EDB04F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Overlapped Pulses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99876FB-7388-C4DC-5C8E-78C1A2BFF6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64601" y="1893863"/>
            <a:ext cx="5801784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1AA9A48-6D46-AD52-CE11-96D397FA9669}"/>
              </a:ext>
            </a:extLst>
          </p:cNvPr>
          <p:cNvSpPr txBox="1"/>
          <p:nvPr/>
        </p:nvSpPr>
        <p:spPr>
          <a:xfrm>
            <a:off x="586854" y="2033516"/>
            <a:ext cx="378043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 every burst, the shape of each pulse changes shape but the general profile remains the same.</a:t>
            </a:r>
          </a:p>
          <a:p>
            <a:endParaRPr lang="en-US" dirty="0"/>
          </a:p>
          <a:p>
            <a:r>
              <a:rPr lang="en-US" dirty="0"/>
              <a:t>Do we expect the same number of pulses on each burst? Or do we believe that the cricket is making a slightly different call on each burst?</a:t>
            </a:r>
          </a:p>
        </p:txBody>
      </p:sp>
    </p:spTree>
    <p:extLst>
      <p:ext uri="{BB962C8B-B14F-4D97-AF65-F5344CB8AC3E}">
        <p14:creationId xmlns:p14="http://schemas.microsoft.com/office/powerpoint/2010/main" val="29367096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37AD3-ED98-95EC-88DD-8F1F6F7D5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Burst 2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6F61529-7C6D-7AEA-11E7-836762022E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74595" y="1690688"/>
            <a:ext cx="5801784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E4C7FA3-A4C8-8E3C-3EEF-C64439FFD603}"/>
              </a:ext>
            </a:extLst>
          </p:cNvPr>
          <p:cNvSpPr txBox="1"/>
          <p:nvPr/>
        </p:nvSpPr>
        <p:spPr>
          <a:xfrm>
            <a:off x="586854" y="2033516"/>
            <a:ext cx="37804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Shown for reference.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00439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91</Words>
  <Application>Microsoft Macintosh PowerPoint</Application>
  <PresentationFormat>Widescreen</PresentationFormat>
  <Paragraphs>12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Pulse Definition</vt:lpstr>
      <vt:lpstr>Burst 1</vt:lpstr>
      <vt:lpstr>Burst 3</vt:lpstr>
      <vt:lpstr>Overlapped Pulses</vt:lpstr>
      <vt:lpstr>Burst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Ryan Kearns</dc:creator>
  <cp:lastModifiedBy>Ryan Kearns</cp:lastModifiedBy>
  <cp:revision>6</cp:revision>
  <dcterms:created xsi:type="dcterms:W3CDTF">2026-09-24T12:56:19Z</dcterms:created>
  <dcterms:modified xsi:type="dcterms:W3CDTF">2026-09-24T13:35:26Z</dcterms:modified>
</cp:coreProperties>
</file>